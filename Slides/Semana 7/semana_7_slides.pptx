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A PRODUZIR (nota do apresentador — não aparece no slide)
Objetivo didático:
Mostrar visualmente a diferença entre a expansão de nós do A* e a poda por jump points do JPS em uma mesma grade aberta.
Arquivo sugerido:
assets/astar-vs-jps-grade-aberta.webp
Descrição:
Duas grades lado a lado: à esquerda, nós expandidos pelo A* em "leque"; à direita, a mesma busca com poda de simetria do JPS, destacando os jump points.
Como produzir:
Diagrama estático gerado a partir de captura de um script de comparação simplificado, com anotações de cor adicionadas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2026-07-25T20:23:28Z</dcterms:created>
  <dcterms:modified xsi:type="dcterms:W3CDTF">2026-07-25T20:23:28Z</dcterms:modified>
</cp:coreProperties>
</file>