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A PRODUZIR (nota do apresentador — não aparece no slide)
Objetivo didático:
Tornar visível a explosão combinatória da árvore de jogo antes de discutir profundidade e fator de ramificação.
Arquivo sugerido:
assets/arvore-jogo-profundidade.webp
Descrição:
Árvore de jogo com 3 níveis completos, fator de ramificação igual a 3, raiz destacada, folhas numeradas com valores de utilidade.
Como produzir:
Diagrama vetorial produzido em Krita ou Blender (modo 2D), com camadas por profundidade e cor alternada para os níveis MAX e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2026-07-25T20:24:05Z</dcterms:created>
  <dcterms:modified xsi:type="dcterms:W3CDTF">2026-07-25T20:24:05Z</dcterms:modified>
</cp:coreProperties>
</file>