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FIGURA A PRODUZIR (nota do apresentador — não aparece no slide)
Objetivo didático:
Mostrar a correspondência entre seletor-raiz, sequências e Blackboard no editor do Unity Behavior.
Arquivo sugerido:
assets/unity-behavior-guarda.webp
Descrição:
Captura de tela do editor Unity Behavior com um seletor-raiz contendo as subárvores "Sobreviver", "Combater" e "Patrulhar", e o painel de Blackboard visível ao lado com as chaves do NPC guarda.
Como produzir:
Screenshot direto do editor Unity durante a demonstração ao vivo, com anotações simples adicionadas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2026-07-25T20:22:58Z</dcterms:created>
  <dcterms:modified xsi:type="dcterms:W3CDTF">2026-07-25T20:22:58Z</dcterms:modified>
</cp:coreProperties>
</file>