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Reforçar visualmente o ciclo Sentir-Pensar-Agir como modelo central que será retomado em todos os módulos seguintes.
Arquivo sugerido:
assets/ciclo-sentir-pensar-agir.webp
Descrição:
Diagrama circular com três blocos (Sentir, Pensar, Agir) conectados por setas em loop contínuo, com um ícone de NPC ao centro. Paleta institucional (índigo `#3b2f68` e verde `#b6d7a8`).
Como produzir:
Ilustração vetorial simples, produzível no Krita ou em qualquer editor de vetores; não requer modelagem 3D.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Ilustrar como padrões reativos simples (sem aprendizado, sem planejamento) já produzem a percepção de "personalidade" em cada fantasma.
Arquivo sugerido:
assets/pacman-fantasmas-padroes.webp
Descrição:
Grade 2x2 mostrando os quatro fantasmas de *Pac-Man* (Blinky, Pinky, Inky, Clyde), cada um com uma seta esquemática indicando seu alvo de perseguição no labirinto.
Como produzir:
Captura de tela de emulador de domínio público ou ilustração esquemática própria feita no Krita, evitando reprodução de arte protegida sempre que possível.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2026-07-25T20:23:58Z</dcterms:created>
  <dcterms:modified xsi:type="dcterms:W3CDTF">2026-07-25T20:23:58Z</dcterms:modified>
</cp:coreProperties>
</file>