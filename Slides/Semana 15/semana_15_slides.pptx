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A PRODUZIR (nota do apresentador — não aparece no slide)
Objetivo didático:
Mostrar a correspondência entre o planejamento de estado/ação/recompensa da Semana 14 e os componentes reais do ML-Agents na cena do Adaptive AI.
Arquivo sugerido:
assets/componentes-mlagents-adaptive-ai.webp
Descrição:
Captura do Inspector da Unity mostrando um GameObject com os componentes Agent, Behavior Parameters e Decision Requester configurados, com anotações apontando para cada um.
Como produzir:
Captura de tela direta da cena montada na Semana 14, com anotações adicionadas em Krita.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e Ilusão de Inteligência</dc:title>
  <dc:subject>PptxGenJS Presentation</dc:subject>
  <dc:creator>Created by Marp</dc:creator>
  <cp:lastModifiedBy>Created by Marp</cp:lastModifiedBy>
  <cp:revision>1</cp:revision>
  <dcterms:created xsi:type="dcterms:W3CDTF">2026-07-25T20:22:27Z</dcterms:created>
  <dcterms:modified xsi:type="dcterms:W3CDTF">2026-07-25T20:22:27Z</dcterms:modified>
</cp:coreProperties>
</file>