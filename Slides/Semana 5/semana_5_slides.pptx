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Mostrar visualmente a malha gerada pelo bake e seu recuo em relação às paredes da cena de teste.
Arquivo sugerido:
assets/navmesh-bake-cena-teste.webp
Descrição:
Captura de tela do editor Unity com a NavMesh (área azul) sobreposta à cena de teste (salas, corredor, obstáculos), evidenciando o recuo da malha em relação às paredes.
Como produzir:
Screenshot direto do editor Unity durante a demonstração ao vivo, com a malha visível (gizmo do NavMesh Surface ativado).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2026-07-25T21:50:55Z</dcterms:created>
  <dcterms:modified xsi:type="dcterms:W3CDTF">2026-07-25T21:50:55Z</dcterms:modified>
</cp:coreProperties>
</file>