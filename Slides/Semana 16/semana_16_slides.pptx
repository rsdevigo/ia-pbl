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Mostrar a substituição do vínculo de treinamento (ML-Agents) pelo componente de inferência do Sentis na mesma cena do Adaptive AI.
Arquivo sugerido:
assets/inferencia-sentis-adaptive-ai.webp
Descrição:
Captura do Inspector da Unity mostrando o GameObject do agente com o componente de inferência do Sentis configurado, com o asset `.onnx` importado visível no Project.
Como produzir:
Captura de tela direta da cena do Adaptive AI após a configuração do Sentis, com anotações adicionadas em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2026-07-27T11:28:55Z</dcterms:created>
  <dcterms:modified xsi:type="dcterms:W3CDTF">2026-07-27T11:28:55Z</dcterms:modified>
</cp:coreProperties>
</file>