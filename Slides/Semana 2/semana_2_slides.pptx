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direta entre os conceitos de FSM estudados e os elementos visuais do Animator Controller.
Arquivo sugerido:
assets/animator-fsm-guarda.webp
Descrição:
Captura de tela do Animator Controller da Unity com três estados (Patrulhar, Perseguir, Atacar) conectados por setas rotuladas com os parâmetros de guarda correspondentes.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2026-07-25T21:50:33Z</dcterms:created>
  <dcterms:modified xsi:type="dcterms:W3CDTF">2026-07-25T21:50:33Z</dcterms:modified>
</cp:coreProperties>
</file>