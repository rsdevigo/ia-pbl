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FIGURA A PRODUZIR (nota do apresentador — não aparece no slide)
Objetivo didático:
Mostrar visualmente a diferença entre uma população diversa (exploração ativa) e uma população convergida prematuramente (pouca diversidade), lado a lado com suas curvas de aptidão correspondentes.
Arquivo sugerido:
assets/convergencia-prematura-vs-diversidade.webp
Descrição:
Dois painéis: à esquerda, uma nuvem de pontos dispersa representando indivíduos variados, com uma curva de aptidão em salto; à direita, uma nuvem de pontos concentrada representando indivíduos semelhantes, com uma curva de aptidão em platô longo.
Como produzir:
Diagrama vetorial em Krita, com dispersão de pontos coloridos para representar indivíduos e um pequeno gráfico de linha anexado a cada painel.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Inteligência Artificial e Ilusão de Inteligência</dc:title>
  <dc:subject>PptxGenJS Presentation</dc:subject>
  <dc:creator>Created by Marp</dc:creator>
  <cp:lastModifiedBy>Created by Marp</cp:lastModifiedBy>
  <cp:revision>1</cp:revision>
  <dcterms:created xsi:type="dcterms:W3CDTF">2026-07-25T20:22:51Z</dcterms:created>
  <dcterms:modified xsi:type="dcterms:W3CDTF">2026-07-25T20:22:51Z</dcterms:modified>
</cp:coreProperties>
</file>