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Fixar visualmente a relação entre população, indivíduo, cromossomo, gene e aptidão antes de avançar para o ciclo completo do algoritmo.
Arquivo sugerido:
assets/anatomia-populacao-genetica.webp
Descrição:
Diagrama hierárquico: uma população contendo vários indivíduos; um indivíduo em destaque expandido em seu cromossomo (sequência de genes coloridos); ao lado, um rótulo indicando o valor de aptidão daquele indivíduo.
Como produzir:
Diagrama vetorial em Krita, com blocos retangulares para indivíduos e pequenos quadrados coloridos para genes dentro do cromossomo.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2026-07-25T20:23:44Z</dcterms:created>
  <dcterms:modified xsi:type="dcterms:W3CDTF">2026-07-25T20:23:44Z</dcterms:modified>
</cp:coreProperties>
</file>