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Apoiar a revisão integrada, situando lado a lado os seis jogos comerciais analisados ao longo do semestre e a técnica hipotetizada em cada momento.
Arquivo sugerido:
assets/linha-do-tempo-engenharia-reversa.webp
Descrição:
Linha do tempo horizontal com seis marcadores (um por módulo), cada um contendo o nome do jogo analisado naquele momento e a técnica hipotetizada, sem capturas de tela dos jogos em si.
Como produzir:
Diagrama simples montado em Krita a partir dos registros de Engenharia Reversa de cada módulo, sem uso de imagens dos jogos originais.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2026-07-27T11:29:02Z</dcterms:created>
  <dcterms:modified xsi:type="dcterms:W3CDTF">2026-07-27T11:29:02Z</dcterms:modified>
</cp:coreProperties>
</file>