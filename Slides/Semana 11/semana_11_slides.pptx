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Mostrar, lado a lado, a árvore completa do Minimax e a mesma árvore com os ramos eliminados pela poda alfa-beta.
Arquivo sugerido:
assets/minimax-vs-alfabeta-poda.webp
Descrição:
Duas árvores idênticas (jogadas A, B, C; folhas 3/5, 6/2, 1/8): à esquerda, todos os nós visitados; à direita, ramos podados esmaecidos ou tracejados, com valores de α e β anotados nos nós visitados.
Como produzir:
Diagrama vetorial em Krita ou Blender (modo 2D), reaproveitando a estrutura da árvore da Semana 10, adicionando anotações de α/β e um estilo visual diferenciado para ramos podados.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2026-07-25T20:22:35Z</dcterms:created>
  <dcterms:modified xsi:type="dcterms:W3CDTF">2026-07-25T20:22:35Z</dcterms:modified>
</cp:coreProperties>
</file>