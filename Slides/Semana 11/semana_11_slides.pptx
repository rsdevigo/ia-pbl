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 do apresentador (não aparece no slide): a árvore reaproveita a estrutura A/B/C da Semana 10
(folhas 3/5, 6/2, 1/8), agora anotada com os valores de alfa e beta em cada nó MIN/MAX visitado.
A folha 8, sob o nó C, é podada (α ≥ β após visitar a folha 1) e aparece esmaecida e tracejada,
sem valor de folha visitado — consistente com o traçado já usado na Semana 10 (raiz = 3, jogada A escolhida).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2026-07-27T11:28:17Z</dcterms:created>
  <dcterms:modified xsi:type="dcterms:W3CDTF">2026-07-27T11:28:17Z</dcterms:modified>
</cp:coreProperties>
</file>