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A PRODUZIR (nota do apresentador — não aparece no slide)
Objetivo didático:
Tornar visível, antes da implementação, como fonte, propagação e decaimento se distribuem sobre uma grade com obstáculo.
Arquivo sugerido:
assets/mapa-influencia-grade.webp
Descrição:
Grade de células coloridas por intensidade de influência, com uma fonte destacada, um obstáculo interrompendo a propagação e uma legenda de decaimento por cor.
Como produzir:
Captura de tela do próprio Micro Game em modo debug (visualização da grade via Gizmos no Unity), com anotações adicionadas no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e Ilusão de Inteligência</dc:title>
  <dc:subject>PptxGenJS Presentation</dc:subject>
  <dc:creator>Created by Marp</dc:creator>
  <cp:lastModifiedBy>Created by Marp</cp:lastModifiedBy>
  <cp:revision>1</cp:revision>
  <dcterms:created xsi:type="dcterms:W3CDTF">2026-07-25T20:23:21Z</dcterms:created>
  <dcterms:modified xsi:type="dcterms:W3CDTF">2026-07-25T20:23:21Z</dcterms:modified>
</cp:coreProperties>
</file>