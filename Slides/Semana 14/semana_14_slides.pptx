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Ilustrar o laço agente–ambiente do ML-Agents dentro de uma cena Unity, conectando o vocabulário teórico (agente, ambiente, observação, ação, recompensa) aos elementos visuais de uma cena real.
Arquivo sugerido:
assets/laco-agente-ambiente-mlagents.webp
Descrição:
Uma cena Unity simplificada mostrando um agente (cubo ou cápsula) em um ambiente com um alvo e obstáculos, com setas indicando observação → decisão → ação → recompensa em ciclo.
Como produzir:
Captura de tela de uma cena mínima montada no Unity, com anotações (setas e rótulos) adicionadas em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2026-07-27T11:28:41Z</dcterms:created>
  <dcterms:modified xsi:type="dcterms:W3CDTF">2026-07-27T11:28:41Z</dcterms:modified>
</cp:coreProperties>
</file>