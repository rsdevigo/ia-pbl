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entre superestado/subestado e a sub-state machine do Animator.
Arquivo sugerido:
assets/animator-hfsm-guarda.webp
Descrição:
Captura de tela do Animator Controller com uma sub-state machine "Combate" contendo os estados "Atirar" e "Recarregar", e uma transição saindo da borda da sub-state machine para "Fugir".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2026-07-25T20:23:13Z</dcterms:created>
  <dcterms:modified xsi:type="dcterms:W3CDTF">2026-07-25T20:23:13Z</dcterms:modified>
</cp:coreProperties>
</file>