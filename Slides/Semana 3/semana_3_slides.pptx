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a estrutura do padrão State: interface IState, classes concretas de estado e o contexto (FSM) que mantém a referência ao estado ativo.
Arquivo sugerido:
assets/mermaid-1.png (substituir o diagrama atual, que ilustra os superestados da antiga Semana 3 — não usado mais nesta oferta)
Descrição:
Diagrama com uma interface IState no topo, três classes concretas apontando para ela (PatrulharState, AtacarState, FugirState) e uma classe FsmContext com uma seta para o estado ativo, indicando a delegação de Enter/Update/Exit.
Como produzir:
Gerar via Mermaid (classDiagram) e exportar como PNG, seguindo o padrão dos demais diagramas do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2026-08-18T12:41:49Z</dcterms:created>
  <dcterms:modified xsi:type="dcterms:W3CDTF">2026-08-18T12:41:49Z</dcterms:modified>
</cp:coreProperties>
</file>