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Apoiar a implementação guiada, mostrando a árvore de decisão do NPC tático já desenhada antes da codificação.
Arquivo sugerido:
assets/arvore-decisao-npc-tatico.webp
Descrição:
Diagrama de árvore com raiz "Vê o jogador?", ramificando em "Distância curta?" e folhas de ação (Patrulhar, Atacar corpo a corpo, Atirar), com anotações indicando qual teste é mais barato.
Como produzir:
Diagrama vetorial produzido no Krita a partir do esboço em papel elaborado pelos grupos durante a atividade de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2026-07-25T20:22:20Z</dcterms:created>
  <dcterms:modified xsi:type="dcterms:W3CDTF">2026-07-25T20:22:20Z</dcterms:modified>
</cp:coreProperties>
</file>