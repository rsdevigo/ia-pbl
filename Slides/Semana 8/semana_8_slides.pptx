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Apoiar a implementação guiada, mostrando a árvore de decisão de seleção de alvo do NPC tático já desenhada antes da codificação.
Arquivo sugerido:
assets/arvore-decisao-npc-tatico.webp
Descrição:
Diagrama de árvore com raiz "Há aliado com vida crítica?", ramificando em "não" para um teste "Algum alvo representa ameaça imediata?" e daí para um teste de distância entre os alvos restantes, com folhas nomeando o alvo escolhido (Aliado ferido, Jogador, Alvo mais próximo) em vez de uma ação — reforçando que a folha desta árvore é um alvo, não uma ação.
Como produzir:
Diagrama vetorial produzido no Krita a partir do esboço em papel elaborado pelos grupos durante a atividade de laboratório.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2026-07-27T11:29:25Z</dcterms:created>
  <dcterms:modified xsi:type="dcterms:W3CDTF">2026-07-27T11:29:25Z</dcterms:modified>
</cp:coreProperties>
</file>