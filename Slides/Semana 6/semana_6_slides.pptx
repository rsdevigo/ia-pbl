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visualmente as listas aberta e fechada se expandindo ao contornar um obstáculo.
Arquivo sugerido:
assets/astar-traco-execucao-obstaculo.webp
Descrição:
Grade lógica sobreposta à cena de teste, com células da lista fechada em uma cor, células da lista aberta (fronteira) em outra, e o caminho final destacado contornando um obstáculo central.
Como produzir:
Screenshot do script de A* simplificado rodando sobre a grade lógica, com gizmos coloridos para aberta/fechada, capturado durante a demonstração ao vivo no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2026-07-27T11:29:10Z</dcterms:created>
  <dcterms:modified xsi:type="dcterms:W3CDTF">2026-07-27T11:29:10Z</dcterms:modified>
</cp:coreProperties>
</file>